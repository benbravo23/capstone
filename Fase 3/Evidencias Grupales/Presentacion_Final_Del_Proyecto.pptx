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C31A50-F97A-44F4-A4EB-3EB9F995318A}">
  <a:tblStyle styleId="{B1C31A50-F97A-44F4-A4EB-3EB9F995318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90500" y="3071812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PRESENTACIÓN FINAL CAPSTONE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81000" y="4195762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Corporativa PepsiCo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190500" y="2533650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INTEGRANTES DEL PROYECTO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3221831" y="4495800"/>
            <a:ext cx="170021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Nicolás León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029926" y="4495800"/>
            <a:ext cx="218027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Benjamín Bravo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71912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20037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0500" y="16280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662237"/>
            <a:ext cx="5476875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662237"/>
            <a:ext cx="5476875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190500" y="19002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Descripción del Proyecto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771525" y="3090862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Problema o Dolor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771525" y="3681412"/>
            <a:ext cx="4695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PepsiCo no cuenta con una plataforma clara, actualizada y centralizada para comunicar información interna.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6724650" y="3090862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Propuesta de Solución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724650" y="3681412"/>
            <a:ext cx="4695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Desarrollo de una página web corporativa moderna, responsiva y fácil de usar para centralizar la información.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914400" y="44434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009650" y="44434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Dificultad para acceder a información relevante.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14400" y="484346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1009650" y="484346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Poca claridad en procesos y documentos.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14400" y="52435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1009650" y="52435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Pérdida de tiempo en canales dispersos.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6867525" y="44434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962775" y="44434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Mejorar la comunicación interna.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6867525" y="484346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962775" y="484346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Organizar documentos y contenido.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867525" y="52435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962775" y="52435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Entregar acceso rápido a cada área.</a:t>
            </a:r>
            <a:endParaRPr/>
          </a:p>
        </p:txBody>
      </p:sp>
      <p:pic>
        <p:nvPicPr>
          <p:cNvPr id="127" name="Google Shape;12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190500" y="210502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Objetivos del Proyecto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771525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 General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71525" y="3886200"/>
            <a:ext cx="469582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Diseñar y desarrollar una página web funcional para PepsiCo que mejore la comunicación y organización del contenido corporativo.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6724650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Objetivos Específicos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867525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962775" y="38385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Implementar un diseño moderno y responsivo.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6867525" y="42386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962775" y="42386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Crear una navegación intuitiva y clara.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867525" y="46386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962775" y="46386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Estructurar el contenido de manera ordenada.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6867525" y="50387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6962775" y="50387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Facilitar el mantenimiento futuro del sitio.</a:t>
            </a:r>
            <a:endParaRPr/>
          </a:p>
        </p:txBody>
      </p:sp>
      <p:pic>
        <p:nvPicPr>
          <p:cNvPr id="148" name="Google Shape;148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190500" y="210502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Alcances y Limitaciones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71525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Alcances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724650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Poppins"/>
                <a:ea typeface="Poppins"/>
                <a:cs typeface="Poppins"/>
                <a:sym typeface="Poppins"/>
              </a:rPr>
              <a:t>Limitaciones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914400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009650" y="38385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Diseño y creación de la estructura web.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914400" y="42386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1009650" y="42386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Secciones principales: inicio, áreas, documentos, etc.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914400" y="46386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1009650" y="46386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Navegación funcional y responsive.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914400" y="50387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1009650" y="50387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Backend para lógica de negocio (Python/Django).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867525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962775" y="3838575"/>
            <a:ext cx="44577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 se desarrollan integraciones con sistemas internos existentes de PepsiCo.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6867525" y="449580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6962775" y="4495800"/>
            <a:ext cx="4457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 </a:t>
            </a:r>
            <a:r>
              <a:rPr lang="en-US" sz="13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contamos con un presupuesto claro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6867525" y="489585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6962775" y="4895850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Autenticación de usuarios fuera del alcance.</a:t>
            </a:r>
            <a:endParaRPr/>
          </a:p>
        </p:txBody>
      </p:sp>
      <p:pic>
        <p:nvPicPr>
          <p:cNvPr id="174" name="Google Shape;174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00" y="41433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52950" y="35718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53400" y="41433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90500" y="280987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Metodología de Trabajo: Scrum</a:t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952500" y="4329112"/>
            <a:ext cx="10287000" cy="38100"/>
          </a:xfrm>
          <a:prstGeom prst="roundRect">
            <a:avLst>
              <a:gd name="adj" fmla="val 16667"/>
            </a:avLst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998210" y="3886200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1 – Definición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1047750" y="4705350"/>
            <a:ext cx="2895600" cy="1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Levantamiento de requerimientos.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Análisis del problema y alcances del proyecto.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Creación de mockups, casos de uso y arquitectura inicial.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Priorización de funcionalidades (Backlog inicial).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4575760" y="3886188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2 – Desarrollo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4600575" y="4714850"/>
            <a:ext cx="2895600" cy="16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Construcción de la estructura principal del sitio.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Implementación del frontend y componentes visuales.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Desarrollo del backend básico (si aplica) y preparación de datos.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Iteraciones de prueba y ajustes en los sprints.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8153310" y="3916313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3 – Validación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8248650" y="4705350"/>
            <a:ext cx="2895600" cy="16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Pruebas de funcionamiento y corrección de errores.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Validación de navegación, diseño y contenidos.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Ajustes finales según retroalimentación.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Preparación y entrega de la presentación final del proyecto.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240030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600075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960120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190500" y="265747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Cronograma del Proyecto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381000" y="4943475"/>
            <a:ext cx="11430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Cronograma de inicio, indicando el cumplimiento de las 3 fases principales del proyecto.</a:t>
            </a:r>
            <a:endParaRPr/>
          </a:p>
        </p:txBody>
      </p:sp>
      <p:graphicFrame>
        <p:nvGraphicFramePr>
          <p:cNvPr id="204" name="Google Shape;204;p19"/>
          <p:cNvGraphicFramePr/>
          <p:nvPr/>
        </p:nvGraphicFramePr>
        <p:xfrm>
          <a:off x="381000" y="3419475"/>
          <a:ext cx="11420525" cy="1428725"/>
        </p:xfrm>
        <a:graphic>
          <a:graphicData uri="http://schemas.openxmlformats.org/drawingml/2006/table">
            <a:tbl>
              <a:tblPr firstRow="1" bandRow="1">
                <a:noFill/>
                <a:tableStyleId>{B1C31A50-F97A-44F4-A4EB-3EB9F995318A}</a:tableStyleId>
              </a:tblPr>
              <a:tblGrid>
                <a:gridCol w="188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1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252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56660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57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Actividad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1 – Definición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2 – Desarrollo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3 – Validación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05" name="Google Shape;20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681287"/>
            <a:ext cx="5476875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190500" y="191928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Arquitectura del Software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381000" y="2681287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Arquitectura Cliente-Servidor (MTV)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381000" y="3271837"/>
            <a:ext cx="5476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implementó una arquitectura bajo el patrón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MTV (Modelo-Temple-Vista)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Django.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523875" y="403383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19125" y="4033837"/>
            <a:ext cx="52387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Cliente (Navegador):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Renderiza los templates de HTML, CSS y JS.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523875" y="443388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19125" y="4433887"/>
            <a:ext cx="52387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Servidor (Python/Django):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Procesa la lógica de negocio, accede a la base de datos y sirve las vistas.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523875" y="50911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619125" y="5091112"/>
            <a:ext cx="52387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Base de Datos (SQLite):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Almacena toda la información de la aplicación.</a:t>
            </a:r>
            <a:endParaRPr/>
          </a:p>
        </p:txBody>
      </p:sp>
      <p:pic>
        <p:nvPicPr>
          <p:cNvPr id="222" name="Google Shape;22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690812"/>
            <a:ext cx="5457825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34125" y="2690800"/>
            <a:ext cx="5476875" cy="333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1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190500" y="215741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Modelo de Datos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381000" y="2919412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Base de Datos: SQLite</a:t>
            </a:r>
            <a:endParaRPr/>
          </a:p>
        </p:txBody>
      </p:sp>
      <p:sp>
        <p:nvSpPr>
          <p:cNvPr id="233" name="Google Shape;233;p21"/>
          <p:cNvSpPr txBox="1"/>
          <p:nvPr/>
        </p:nvSpPr>
        <p:spPr>
          <a:xfrm>
            <a:off x="380999" y="3397348"/>
            <a:ext cx="5476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utilizó </a:t>
            </a:r>
            <a:r>
              <a:rPr lang="es-MX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SQLite</a:t>
            </a:r>
            <a:r>
              <a:rPr lang="es-MX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como motor de base de datos, ideal para desarrollo y prototipado rápido.</a:t>
            </a:r>
            <a:endParaRPr lang="es-MX" dirty="0"/>
          </a:p>
        </p:txBody>
      </p:sp>
      <p:sp>
        <p:nvSpPr>
          <p:cNvPr id="234" name="Google Shape;234;p21"/>
          <p:cNvSpPr txBox="1"/>
          <p:nvPr/>
        </p:nvSpPr>
        <p:spPr>
          <a:xfrm>
            <a:off x="367860" y="4168676"/>
            <a:ext cx="5476875" cy="230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El sistema se centra en el proceso de ingreso de vehículos al taller, organizando toda la información necesaria para las reparaciones.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Vehículos: Datos básicos de cada auto que llega al taller.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Ingresos al Taller: Registro principal con motivo, fechas y responsable.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Tareas: Actividades asignadas a mecánicos, con estados y avances.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Documentos: Archivos asociados (fotos, informes, respaldos).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Pausas: Detención o interrupciones en las tareas.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Usuarios: Personal del taller, mecánicos y administradores.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Notificaciones: Avisos automáticos sobre asignaciones y cambios.</a:t>
            </a:r>
          </a:p>
        </p:txBody>
      </p:sp>
      <p:pic>
        <p:nvPicPr>
          <p:cNvPr id="236" name="Google Shape;23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0500" y="1399832"/>
            <a:ext cx="2912012" cy="1351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3;p21"/>
          <p:cNvSpPr txBox="1"/>
          <p:nvPr/>
        </p:nvSpPr>
        <p:spPr>
          <a:xfrm>
            <a:off x="380999" y="3509962"/>
            <a:ext cx="54768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9A18E65-0CDA-E5BF-DE36-EB1062BBA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301" y="2751637"/>
            <a:ext cx="3768465" cy="36177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86000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2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190500" y="11001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Tecnologías Utilizadas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3724513" y="2967037"/>
            <a:ext cx="79009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Python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3105150" y="3576637"/>
            <a:ext cx="20288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Lenguaje principal del backend.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7672387" y="2967037"/>
            <a:ext cx="800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Django</a:t>
            </a:r>
            <a:endParaRPr/>
          </a:p>
        </p:txBody>
      </p:sp>
      <p:sp>
        <p:nvSpPr>
          <p:cNvPr id="252" name="Google Shape;252;p22"/>
          <p:cNvSpPr txBox="1"/>
          <p:nvPr/>
        </p:nvSpPr>
        <p:spPr>
          <a:xfrm>
            <a:off x="6948487" y="3576637"/>
            <a:ext cx="22479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Framework para el desarrollo web.</a:t>
            </a:r>
            <a:endParaRPr/>
          </a:p>
        </p:txBody>
      </p:sp>
      <p:sp>
        <p:nvSpPr>
          <p:cNvPr id="253" name="Google Shape;253;p22"/>
          <p:cNvSpPr txBox="1"/>
          <p:nvPr/>
        </p:nvSpPr>
        <p:spPr>
          <a:xfrm>
            <a:off x="3764518" y="5548312"/>
            <a:ext cx="71008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SQLite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3333750" y="6157912"/>
            <a:ext cx="1571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Motor de base de datos.</a:t>
            </a:r>
            <a:endParaRPr/>
          </a:p>
        </p:txBody>
      </p:sp>
      <p:sp>
        <p:nvSpPr>
          <p:cNvPr id="255" name="Google Shape;255;p22"/>
          <p:cNvSpPr txBox="1"/>
          <p:nvPr/>
        </p:nvSpPr>
        <p:spPr>
          <a:xfrm>
            <a:off x="7417355" y="5548312"/>
            <a:ext cx="131016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GitHub / Git</a:t>
            </a:r>
            <a:endParaRPr/>
          </a:p>
        </p:txBody>
      </p:sp>
      <p:sp>
        <p:nvSpPr>
          <p:cNvPr id="256" name="Google Shape;256;p22"/>
          <p:cNvSpPr txBox="1"/>
          <p:nvPr/>
        </p:nvSpPr>
        <p:spPr>
          <a:xfrm>
            <a:off x="7377112" y="6157912"/>
            <a:ext cx="13906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Control de versiones.</a:t>
            </a:r>
            <a:endParaRPr/>
          </a:p>
        </p:txBody>
      </p:sp>
      <p:pic>
        <p:nvPicPr>
          <p:cNvPr id="257" name="Google Shape;25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919537" y="227171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43837" y="227171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19537" y="4852987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2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848600" y="4852987"/>
            <a:ext cx="4476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2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3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68" name="Google Shape;268;p23"/>
          <p:cNvSpPr txBox="1"/>
          <p:nvPr/>
        </p:nvSpPr>
        <p:spPr>
          <a:xfrm>
            <a:off x="190500" y="3224212"/>
            <a:ext cx="11811000" cy="1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DEMOSTRACIÓN DEL RESULTADO DEL PROYECTO</a:t>
            </a:r>
            <a:endParaRPr/>
          </a:p>
        </p:txBody>
      </p:sp>
      <p:pic>
        <p:nvPicPr>
          <p:cNvPr id="269" name="Google Shape;26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919412"/>
            <a:ext cx="5476875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4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77" name="Google Shape;277;p24"/>
          <p:cNvSpPr txBox="1"/>
          <p:nvPr/>
        </p:nvSpPr>
        <p:spPr>
          <a:xfrm>
            <a:off x="190500" y="215741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Vista Previa del Sitio</a:t>
            </a:r>
            <a:endParaRPr/>
          </a:p>
        </p:txBody>
      </p:sp>
      <p:sp>
        <p:nvSpPr>
          <p:cNvPr id="278" name="Google Shape;278;p24"/>
          <p:cNvSpPr txBox="1"/>
          <p:nvPr/>
        </p:nvSpPr>
        <p:spPr>
          <a:xfrm>
            <a:off x="381000" y="2919412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Interfaz de Usuario</a:t>
            </a:r>
            <a:endParaRPr/>
          </a:p>
        </p:txBody>
      </p:sp>
      <p:sp>
        <p:nvSpPr>
          <p:cNvPr id="279" name="Google Shape;279;p24"/>
          <p:cNvSpPr txBox="1"/>
          <p:nvPr/>
        </p:nvSpPr>
        <p:spPr>
          <a:xfrm>
            <a:off x="381000" y="3509962"/>
            <a:ext cx="5476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diseño se centró en una estética limpia, corporativa y una navegación intuitiva, siguiendo los lineamientos de una plataforma interna moderna.</a:t>
            </a:r>
            <a:endParaRPr/>
          </a:p>
        </p:txBody>
      </p:sp>
      <p:sp>
        <p:nvSpPr>
          <p:cNvPr id="280" name="Google Shape;280;p24"/>
          <p:cNvSpPr txBox="1"/>
          <p:nvPr/>
        </p:nvSpPr>
        <p:spPr>
          <a:xfrm>
            <a:off x="381000" y="4557712"/>
            <a:ext cx="5476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buscó una apariencia familiar para los empleados, pero actualizada a los estándares web actuales, asegurando la responsividad en dispositivos móviles.</a:t>
            </a:r>
            <a:endParaRPr/>
          </a:p>
        </p:txBody>
      </p:sp>
      <p:pic>
        <p:nvPicPr>
          <p:cNvPr id="281" name="Google Shape;281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928937"/>
            <a:ext cx="5457825" cy="2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43650" y="2919400"/>
            <a:ext cx="5476876" cy="29996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5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190500" y="24336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Resultados Obtenidos</a:t>
            </a:r>
            <a:endParaRPr/>
          </a:p>
        </p:txBody>
      </p:sp>
      <p:pic>
        <p:nvPicPr>
          <p:cNvPr id="291" name="Google Shape;291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3385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5"/>
          <p:cNvSpPr txBox="1"/>
          <p:nvPr/>
        </p:nvSpPr>
        <p:spPr>
          <a:xfrm>
            <a:off x="2266950" y="3290887"/>
            <a:ext cx="3238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funcional y navegable.</a:t>
            </a:r>
            <a:endParaRPr/>
          </a:p>
        </p:txBody>
      </p:sp>
      <p:pic>
        <p:nvPicPr>
          <p:cNvPr id="293" name="Google Shape;293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8909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5"/>
          <p:cNvSpPr txBox="1"/>
          <p:nvPr/>
        </p:nvSpPr>
        <p:spPr>
          <a:xfrm>
            <a:off x="2266950" y="3843337"/>
            <a:ext cx="37433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Diseño moderno y orientado al usuario.</a:t>
            </a:r>
            <a:endParaRPr/>
          </a:p>
        </p:txBody>
      </p:sp>
      <p:pic>
        <p:nvPicPr>
          <p:cNvPr id="295" name="Google Shape;29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4434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5"/>
          <p:cNvSpPr txBox="1"/>
          <p:nvPr/>
        </p:nvSpPr>
        <p:spPr>
          <a:xfrm>
            <a:off x="2266950" y="4395787"/>
            <a:ext cx="39243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Estructura clara, adaptable y mantenible.</a:t>
            </a:r>
            <a:endParaRPr/>
          </a:p>
        </p:txBody>
      </p:sp>
      <p:pic>
        <p:nvPicPr>
          <p:cNvPr id="297" name="Google Shape;29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9958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5"/>
          <p:cNvSpPr txBox="1"/>
          <p:nvPr/>
        </p:nvSpPr>
        <p:spPr>
          <a:xfrm>
            <a:off x="2266950" y="4948237"/>
            <a:ext cx="4762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Cumplimiento de los requerimientos del proyecto.</a:t>
            </a:r>
            <a:endParaRPr/>
          </a:p>
        </p:txBody>
      </p:sp>
      <p:pic>
        <p:nvPicPr>
          <p:cNvPr id="299" name="Google Shape;299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26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306" name="Google Shape;306;p26"/>
          <p:cNvSpPr txBox="1"/>
          <p:nvPr/>
        </p:nvSpPr>
        <p:spPr>
          <a:xfrm>
            <a:off x="190500" y="270986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Obstáculos Presentados</a:t>
            </a:r>
            <a:endParaRPr/>
          </a:p>
        </p:txBody>
      </p:sp>
      <p:pic>
        <p:nvPicPr>
          <p:cNvPr id="309" name="Google Shape;309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5671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6"/>
          <p:cNvSpPr txBox="1"/>
          <p:nvPr/>
        </p:nvSpPr>
        <p:spPr>
          <a:xfrm>
            <a:off x="2333625" y="3519487"/>
            <a:ext cx="46672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Ajustes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requerimientos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durante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marcha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311" name="Google Shape;311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76412" y="4276724"/>
            <a:ext cx="33337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6"/>
          <p:cNvSpPr txBox="1"/>
          <p:nvPr/>
        </p:nvSpPr>
        <p:spPr>
          <a:xfrm>
            <a:off x="2333625" y="4123599"/>
            <a:ext cx="40863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Falta de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comunicación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 la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empresa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cuestión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313" name="Google Shape;313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7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190500" y="3214687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PREGUNTAS DE LA COMISIÓN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381000" y="4052887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Muchas gracias.</a:t>
            </a:r>
            <a:endParaRPr/>
          </a:p>
        </p:txBody>
      </p:sp>
      <p:pic>
        <p:nvPicPr>
          <p:cNvPr id="322" name="Google Shape;32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828</Words>
  <Application>Microsoft Office PowerPoint</Application>
  <PresentationFormat>Panorámica</PresentationFormat>
  <Paragraphs>150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Arial</vt:lpstr>
      <vt:lpstr>Poppins</vt:lpstr>
      <vt:lpstr>Lato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NICOLAS . LEON OVANDO</cp:lastModifiedBy>
  <cp:revision>1</cp:revision>
  <dcterms:modified xsi:type="dcterms:W3CDTF">2025-11-20T14:46:17Z</dcterms:modified>
</cp:coreProperties>
</file>