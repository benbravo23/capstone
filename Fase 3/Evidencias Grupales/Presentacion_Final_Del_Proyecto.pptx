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embeddedFontLst>
    <p:embeddedFont>
      <p:font typeface="Lato" panose="020F0502020204030203" pitchFamily="34" charset="0"/>
      <p:regular r:id="rId19"/>
      <p:bold r:id="rId20"/>
      <p:italic r:id="rId21"/>
      <p:boldItalic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C31A50-F97A-44F4-A4EB-3EB9F995318A}">
  <a:tblStyle styleId="{B1C31A50-F97A-44F4-A4EB-3EB9F995318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>
          <a:extLst>
            <a:ext uri="{FF2B5EF4-FFF2-40B4-BE49-F238E27FC236}">
              <a16:creationId xmlns:a16="http://schemas.microsoft.com/office/drawing/2014/main" id="{1E291096-1AF1-761A-1B32-37381D33B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>
            <a:extLst>
              <a:ext uri="{FF2B5EF4-FFF2-40B4-BE49-F238E27FC236}">
                <a16:creationId xmlns:a16="http://schemas.microsoft.com/office/drawing/2014/main" id="{6C9A368E-623C-7383-E688-598E920054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3:notes">
            <a:extLst>
              <a:ext uri="{FF2B5EF4-FFF2-40B4-BE49-F238E27FC236}">
                <a16:creationId xmlns:a16="http://schemas.microsoft.com/office/drawing/2014/main" id="{1E97F654-CB74-D7BE-B0FB-08DF6C9653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34695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.png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90500" y="3071812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PRESENTACIÓN FINAL CAPSTONE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81000" y="4195762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Corporativa PepsiCo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3390900"/>
            <a:ext cx="3571875" cy="200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190500" y="2533650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INTEGRANTES DEL PROYECTO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3221831" y="4495800"/>
            <a:ext cx="170021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Nicolás León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7029926" y="4495800"/>
            <a:ext cx="218027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Benjamín Bravo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71912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20037" y="38004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90500" y="16280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662237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662237"/>
            <a:ext cx="5476875" cy="337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90500" y="19002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 err="1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Descripción</a:t>
            </a:r>
            <a:r>
              <a:rPr lang="en-US" sz="3000" b="1" i="0" u="none" strike="noStrike" cap="none" dirty="0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 del Proyecto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771525" y="3090862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Problema o Dolor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771525" y="3681412"/>
            <a:ext cx="4695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PepsiCo no cuenta con una plataforma clara, actualizada y centralizada para comunicar información interna.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6724650" y="3090862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Propuesta de Solución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724650" y="3477386"/>
            <a:ext cx="469582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Desarrollo de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una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web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corporativa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moderna,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responsiva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y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fácil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usar para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centralizar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50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información</a:t>
            </a:r>
            <a:r>
              <a:rPr lang="en-US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914400" y="44434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009650" y="44434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Dificultad para acceder a información relevante.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914400" y="48434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1009650" y="484346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Poca claridad en procesos y documentos.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14400" y="5243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1009650" y="52435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Pérdida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tiempo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canales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dispersos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6867525" y="44434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962775" y="44434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Mejorar la comunicación interna.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6867525" y="484346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6962775" y="484346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Organizar documentos y contenido.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6867525" y="52435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6962775" y="5243512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Entregar acceso rápido a cada área.</a:t>
            </a:r>
            <a:endParaRPr/>
          </a:p>
        </p:txBody>
      </p:sp>
      <p:pic>
        <p:nvPicPr>
          <p:cNvPr id="127" name="Google Shape;127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5">
          <a:extLst>
            <a:ext uri="{FF2B5EF4-FFF2-40B4-BE49-F238E27FC236}">
              <a16:creationId xmlns:a16="http://schemas.microsoft.com/office/drawing/2014/main" id="{94A74C74-C9E5-D497-F196-33BFEAAE2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5" descr="image.png">
            <a:extLst>
              <a:ext uri="{FF2B5EF4-FFF2-40B4-BE49-F238E27FC236}">
                <a16:creationId xmlns:a16="http://schemas.microsoft.com/office/drawing/2014/main" id="{6C5ADFFD-638C-949E-13B4-C85CFFB1E4C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1983124"/>
            <a:ext cx="9723120" cy="4417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>
            <a:extLst>
              <a:ext uri="{FF2B5EF4-FFF2-40B4-BE49-F238E27FC236}">
                <a16:creationId xmlns:a16="http://schemas.microsoft.com/office/drawing/2014/main" id="{F1C3FC7B-B016-530C-3705-E5C7107CBC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>
            <a:extLst>
              <a:ext uri="{FF2B5EF4-FFF2-40B4-BE49-F238E27FC236}">
                <a16:creationId xmlns:a16="http://schemas.microsoft.com/office/drawing/2014/main" id="{57B8A26C-BB24-8B3F-0F7D-D9E133582732}"/>
              </a:ext>
            </a:extLst>
          </p:cNvPr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10" name="Google Shape;110;p15">
            <a:extLst>
              <a:ext uri="{FF2B5EF4-FFF2-40B4-BE49-F238E27FC236}">
                <a16:creationId xmlns:a16="http://schemas.microsoft.com/office/drawing/2014/main" id="{1CDF3D31-9A27-6460-3BC8-1C07BDF35C09}"/>
              </a:ext>
            </a:extLst>
          </p:cNvPr>
          <p:cNvSpPr txBox="1"/>
          <p:nvPr/>
        </p:nvSpPr>
        <p:spPr>
          <a:xfrm>
            <a:off x="190500" y="1242524"/>
            <a:ext cx="1181100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s-CL" sz="3000" b="1" dirty="0">
                <a:solidFill>
                  <a:srgbClr val="333333"/>
                </a:solidFill>
                <a:latin typeface="Poppins"/>
                <a:cs typeface="Poppins"/>
              </a:rPr>
              <a:t>Contexto de la Empresa – PepsiCo Chile</a:t>
            </a:r>
            <a:endParaRPr sz="3000" b="1" dirty="0">
              <a:solidFill>
                <a:srgbClr val="333333"/>
              </a:solidFill>
              <a:latin typeface="Poppins"/>
              <a:cs typeface="Poppins"/>
            </a:endParaRPr>
          </a:p>
        </p:txBody>
      </p:sp>
      <p:pic>
        <p:nvPicPr>
          <p:cNvPr id="127" name="Google Shape;127;p15">
            <a:extLst>
              <a:ext uri="{FF2B5EF4-FFF2-40B4-BE49-F238E27FC236}">
                <a16:creationId xmlns:a16="http://schemas.microsoft.com/office/drawing/2014/main" id="{9E6D51C3-540E-D07E-5D00-C79E31C1FA14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1BAA669-37E0-2DA5-2504-3ACA7530F643}"/>
              </a:ext>
            </a:extLst>
          </p:cNvPr>
          <p:cNvSpPr txBox="1"/>
          <p:nvPr/>
        </p:nvSpPr>
        <p:spPr>
          <a:xfrm>
            <a:off x="707898" y="1994213"/>
            <a:ext cx="6094476" cy="4253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PepsiCo Chile es una compañía líder en producción y distribución de alimentos y bebidas, operando con una gran flota de camiones a nivel nacional para abastecer supermercados, distribuidores y puntos de venta.</a:t>
            </a:r>
          </a:p>
          <a:p>
            <a:pPr>
              <a:lnSpc>
                <a:spcPct val="150000"/>
              </a:lnSpc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Actualmente, el proceso de ingreso de vehículos al taller —ya sea por mantención o reparación— se realiza de manera manual, utilizando planillas, llamadas y mensajes por WhatsApp, lo que genera: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Falta de trazabilidad del estado de cada vehículo.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Mala coordinación entre choferes, supervisores y mecánicos.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Duplicación de información y pérdida de datos.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Dificultad para medir tiempos reales de mantención.</a:t>
            </a:r>
          </a:p>
          <a:p>
            <a:pPr>
              <a:lnSpc>
                <a:spcPct val="150000"/>
              </a:lnSpc>
            </a:pPr>
            <a:r>
              <a:rPr lang="es-MX" sz="135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Debido a esto, PepsiCo busca digitalizar y centralizar el proceso, permitiendo un control más eficiente de la flota, una mejor comunicación interna y una trazabilidad completa en tiempo real.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1159EB7-317F-2BE5-569B-E78A698A0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4968" y="5630203"/>
            <a:ext cx="4447032" cy="1235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1261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190500" y="210502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Objetivos del Proyecto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771525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 General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771525" y="3886200"/>
            <a:ext cx="469582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Diseñar y desarrollar una página web funcional para PepsiCo que mejore la comunicación y organización del contenido corporativo.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6724650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Objetivos Específicos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867525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962775" y="38385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Implementar un diseño moderno y responsivo.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6867525" y="42386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962775" y="42386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Crear una navegación intuitiva y clara.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867525" y="46386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962775" y="46386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Estructurar el contenido de manera ordenada.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6867525" y="50387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6962775" y="50387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Facilitar el mantenimiento futuro del sitio.</a:t>
            </a:r>
            <a:endParaRPr/>
          </a:p>
        </p:txBody>
      </p:sp>
      <p:pic>
        <p:nvPicPr>
          <p:cNvPr id="148" name="Google Shape;148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867025"/>
            <a:ext cx="5476875" cy="2962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190500" y="210502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Alcances y Limitaciones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71525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22C55E"/>
                </a:solidFill>
                <a:latin typeface="Poppins"/>
                <a:ea typeface="Poppins"/>
                <a:cs typeface="Poppins"/>
                <a:sym typeface="Poppins"/>
              </a:rPr>
              <a:t>Alcances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724650" y="3295650"/>
            <a:ext cx="4930616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EF4444"/>
                </a:solidFill>
                <a:latin typeface="Poppins"/>
                <a:ea typeface="Poppins"/>
                <a:cs typeface="Poppins"/>
                <a:sym typeface="Poppins"/>
              </a:rPr>
              <a:t>Limitaciones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914400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1009650" y="38385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y creación de la estructura web.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914400" y="42386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1009650" y="42386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Secciones principales: inicio, áreas, documentos, etc.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914400" y="46386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1009650" y="463867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Navegación funcional y responsive.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914400" y="503872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1009650" y="5038725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Backend para lógica de negocio (Python/Django).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867525" y="3838575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6962775" y="3838575"/>
            <a:ext cx="44577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 se desarrollan integraciones con sistemas internos existentes de PepsiCo.</a:t>
            </a:r>
            <a:endParaRPr/>
          </a:p>
        </p:txBody>
      </p:sp>
      <p:sp>
        <p:nvSpPr>
          <p:cNvPr id="170" name="Google Shape;170;p17"/>
          <p:cNvSpPr txBox="1"/>
          <p:nvPr/>
        </p:nvSpPr>
        <p:spPr>
          <a:xfrm>
            <a:off x="6867525" y="449580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1" name="Google Shape;171;p17"/>
          <p:cNvSpPr txBox="1"/>
          <p:nvPr/>
        </p:nvSpPr>
        <p:spPr>
          <a:xfrm>
            <a:off x="6962775" y="4495800"/>
            <a:ext cx="4457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No </a:t>
            </a:r>
            <a:r>
              <a:rPr lang="en-US" sz="135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contamos con un presupuesto claro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sp>
        <p:nvSpPr>
          <p:cNvPr id="172" name="Google Shape;172;p17"/>
          <p:cNvSpPr txBox="1"/>
          <p:nvPr/>
        </p:nvSpPr>
        <p:spPr>
          <a:xfrm>
            <a:off x="6867525" y="4895850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73" name="Google Shape;173;p17"/>
          <p:cNvSpPr txBox="1"/>
          <p:nvPr/>
        </p:nvSpPr>
        <p:spPr>
          <a:xfrm>
            <a:off x="6962775" y="4895850"/>
            <a:ext cx="44577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Autenticación de usuarios fuera del alcance.</a:t>
            </a:r>
            <a:endParaRPr/>
          </a:p>
        </p:txBody>
      </p:sp>
      <p:pic>
        <p:nvPicPr>
          <p:cNvPr id="174" name="Google Shape;174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41433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52950" y="35718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53400" y="4143375"/>
            <a:ext cx="3086100" cy="1266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190500" y="28098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Metodología de Trabajo: Scrum</a:t>
            </a:r>
            <a:endParaRPr/>
          </a:p>
        </p:txBody>
      </p:sp>
      <p:sp>
        <p:nvSpPr>
          <p:cNvPr id="185" name="Google Shape;185;p18"/>
          <p:cNvSpPr/>
          <p:nvPr/>
        </p:nvSpPr>
        <p:spPr>
          <a:xfrm>
            <a:off x="952500" y="4329112"/>
            <a:ext cx="10287000" cy="3810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998210" y="3886200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1 – Definición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047750" y="4705350"/>
            <a:ext cx="2895600" cy="1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Levantamiento de requerimientos.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Análisis del problema y alcances del proyecto.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Creación de mockups, casos de uso y arquitectura inicial.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Priorización de funcionalidades (Backlog inicial).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4575760" y="3886188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2 – Desarrollo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4600575" y="4714850"/>
            <a:ext cx="2895600" cy="16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Construcción de la estructura principal del sitio.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Implementación del frontend y componentes visuales.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Desarrollo del backend básico (si aplica) y preparación de datos.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Iteraciones de prueba y ajustes en los sprints.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8153310" y="3916313"/>
            <a:ext cx="3040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Fase 3 – Validación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8248650" y="4705350"/>
            <a:ext cx="2895600" cy="16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Pruebas de funcionamiento y corrección de errores.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Validación de navegación, diseño y contenidos.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Ajustes finales según retroalimentación.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20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Preparación y entrega de la presentación final del proyecto.</a:t>
            </a:r>
            <a:endParaRPr sz="1200">
              <a:solidFill>
                <a:srgbClr val="47556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240030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600075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9601200" y="4395787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 cap="flat" cmpd="sng">
            <a:solidFill>
              <a:srgbClr val="F2A9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5" name="Google Shape;1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190500" y="2657475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Cronograma del Proyecto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381000" y="4943475"/>
            <a:ext cx="114300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Cronograma de inicio, indicando el cumplimiento de las 3 fases principales del proyecto.</a:t>
            </a:r>
            <a:endParaRPr/>
          </a:p>
        </p:txBody>
      </p:sp>
      <p:graphicFrame>
        <p:nvGraphicFramePr>
          <p:cNvPr id="204" name="Google Shape;204;p19"/>
          <p:cNvGraphicFramePr/>
          <p:nvPr/>
        </p:nvGraphicFramePr>
        <p:xfrm>
          <a:off x="381000" y="3419475"/>
          <a:ext cx="11420525" cy="1428725"/>
        </p:xfrm>
        <a:graphic>
          <a:graphicData uri="http://schemas.openxmlformats.org/drawingml/2006/table">
            <a:tbl>
              <a:tblPr firstRow="1" bandRow="1">
                <a:noFill/>
                <a:tableStyleId>{B1C31A50-F97A-44F4-A4EB-3EB9F995318A}</a:tableStyleId>
              </a:tblPr>
              <a:tblGrid>
                <a:gridCol w="1885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1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98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2522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791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5655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56660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3571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Actividad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S9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S14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S15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S16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S17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S18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1 – Definición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DC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1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2 – Desarrollo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A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cap="none">
                          <a:solidFill>
                            <a:srgbClr val="333333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Fase 3 – Validación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FF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205" name="Google Shape;20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681287"/>
            <a:ext cx="5476875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190500" y="191928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Arquitectura del Software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381000" y="2681287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Arquitectura Cliente-Servidor (MTV)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381000" y="3271837"/>
            <a:ext cx="5476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implementó una arquitectura bajo el patrón </a:t>
            </a:r>
            <a:r>
              <a:rPr lang="en-US" sz="150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MTV (Modelo-Temple-Vista)</a:t>
            </a: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de Django.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523875" y="403383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19125" y="4033837"/>
            <a:ext cx="52387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Cliente (Navegador):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Renderiza los templates de HTML, CSS y JS.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523875" y="4433887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19125" y="4433887"/>
            <a:ext cx="52387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Servidor (Python/Django):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Procesa la lógica de negocio, accede a la base de datos y sirve las vistas.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523875" y="5091112"/>
            <a:ext cx="952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21" name="Google Shape;221;p20"/>
          <p:cNvSpPr txBox="1"/>
          <p:nvPr/>
        </p:nvSpPr>
        <p:spPr>
          <a:xfrm>
            <a:off x="619125" y="5091112"/>
            <a:ext cx="52387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Base de Datos (SQLite):</a:t>
            </a:r>
            <a:r>
              <a:rPr lang="en-US" sz="135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Almacena toda la información de la aplicación.</a:t>
            </a:r>
            <a:endParaRPr/>
          </a:p>
        </p:txBody>
      </p:sp>
      <p:pic>
        <p:nvPicPr>
          <p:cNvPr id="222" name="Google Shape;22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690812"/>
            <a:ext cx="5457825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34125" y="2690800"/>
            <a:ext cx="5476875" cy="33337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1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190500" y="215741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Modelo de Datos</a:t>
            </a:r>
            <a:endParaRPr/>
          </a:p>
        </p:txBody>
      </p:sp>
      <p:sp>
        <p:nvSpPr>
          <p:cNvPr id="232" name="Google Shape;232;p21"/>
          <p:cNvSpPr txBox="1"/>
          <p:nvPr/>
        </p:nvSpPr>
        <p:spPr>
          <a:xfrm>
            <a:off x="380999" y="2829524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Base de Datos: SQLite</a:t>
            </a:r>
            <a:endParaRPr dirty="0"/>
          </a:p>
        </p:txBody>
      </p:sp>
      <p:sp>
        <p:nvSpPr>
          <p:cNvPr id="233" name="Google Shape;233;p21"/>
          <p:cNvSpPr txBox="1"/>
          <p:nvPr/>
        </p:nvSpPr>
        <p:spPr>
          <a:xfrm>
            <a:off x="364074" y="3082303"/>
            <a:ext cx="54768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utilizó </a:t>
            </a:r>
            <a:r>
              <a:rPr lang="es-MX" sz="150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SQLite</a:t>
            </a:r>
            <a:r>
              <a:rPr lang="es-MX" sz="1500" b="0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como motor de base de datos, ideal para desarrollo y prototipado rápido.</a:t>
            </a:r>
            <a:endParaRPr lang="es-MX" dirty="0"/>
          </a:p>
        </p:txBody>
      </p:sp>
      <p:sp>
        <p:nvSpPr>
          <p:cNvPr id="234" name="Google Shape;234;p21"/>
          <p:cNvSpPr txBox="1"/>
          <p:nvPr/>
        </p:nvSpPr>
        <p:spPr>
          <a:xfrm>
            <a:off x="367860" y="3906582"/>
            <a:ext cx="5476875" cy="2308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El sistema se centra en el proceso de ingreso de vehículos al taller, organizando toda la información necesaria para las reparaciones.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Vehículos: Datos básicos de cada auto que llega al taller.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Ingresos al Taller: Registro principal con motivo, fechas y responsable.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Tareas: Actividades asignadas a mecánicos, con estados y avances.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Documentos: Archivos asociados (fotos, informes, respaldos).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Pausas: Detención o interrupciones en las tareas.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Usuarios: Personal del taller, mecánicos y administradores.</a:t>
            </a:r>
          </a:p>
          <a:p>
            <a:r>
              <a:rPr lang="es-MX" sz="1500" dirty="0">
                <a:solidFill>
                  <a:srgbClr val="475569"/>
                </a:solidFill>
                <a:latin typeface="Lato"/>
                <a:ea typeface="Lato"/>
                <a:cs typeface="Lato"/>
              </a:rPr>
              <a:t>Notificaciones: Avisos automáticos sobre asignaciones y cambios.</a:t>
            </a:r>
          </a:p>
        </p:txBody>
      </p:sp>
      <p:pic>
        <p:nvPicPr>
          <p:cNvPr id="236" name="Google Shape;23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0500" y="1399832"/>
            <a:ext cx="2912012" cy="13518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3;p21"/>
          <p:cNvSpPr txBox="1"/>
          <p:nvPr/>
        </p:nvSpPr>
        <p:spPr>
          <a:xfrm>
            <a:off x="3187504" y="189347"/>
            <a:ext cx="547687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9A18E65-0CDA-E5BF-DE36-EB1062BBA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065" y="2728912"/>
            <a:ext cx="4439655" cy="38532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86000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38875" y="1957387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286000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4538662"/>
            <a:ext cx="3667125" cy="229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22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190500" y="11001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Tecnologías Utilizadas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3724513" y="2967037"/>
            <a:ext cx="79009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Python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3105150" y="3576637"/>
            <a:ext cx="20288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Lenguaje principal del backend.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7672387" y="2967037"/>
            <a:ext cx="8001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Django</a:t>
            </a:r>
            <a:endParaRPr/>
          </a:p>
        </p:txBody>
      </p:sp>
      <p:sp>
        <p:nvSpPr>
          <p:cNvPr id="252" name="Google Shape;252;p22"/>
          <p:cNvSpPr txBox="1"/>
          <p:nvPr/>
        </p:nvSpPr>
        <p:spPr>
          <a:xfrm>
            <a:off x="6948487" y="3576637"/>
            <a:ext cx="22479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Framework para el desarrollo web.</a:t>
            </a:r>
            <a:endParaRPr/>
          </a:p>
        </p:txBody>
      </p:sp>
      <p:sp>
        <p:nvSpPr>
          <p:cNvPr id="253" name="Google Shape;253;p22"/>
          <p:cNvSpPr txBox="1"/>
          <p:nvPr/>
        </p:nvSpPr>
        <p:spPr>
          <a:xfrm>
            <a:off x="3764518" y="5548312"/>
            <a:ext cx="710088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SQLite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3333750" y="6157912"/>
            <a:ext cx="1571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Motor de base de datos.</a:t>
            </a:r>
            <a:endParaRPr/>
          </a:p>
        </p:txBody>
      </p:sp>
      <p:sp>
        <p:nvSpPr>
          <p:cNvPr id="255" name="Google Shape;255;p22"/>
          <p:cNvSpPr txBox="1"/>
          <p:nvPr/>
        </p:nvSpPr>
        <p:spPr>
          <a:xfrm>
            <a:off x="7417355" y="5548312"/>
            <a:ext cx="131016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GitHub / Git</a:t>
            </a:r>
            <a:endParaRPr/>
          </a:p>
        </p:txBody>
      </p:sp>
      <p:sp>
        <p:nvSpPr>
          <p:cNvPr id="256" name="Google Shape;256;p22"/>
          <p:cNvSpPr txBox="1"/>
          <p:nvPr/>
        </p:nvSpPr>
        <p:spPr>
          <a:xfrm>
            <a:off x="7377112" y="6157912"/>
            <a:ext cx="13906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Control de versiones.</a:t>
            </a:r>
            <a:endParaRPr/>
          </a:p>
        </p:txBody>
      </p:sp>
      <p:pic>
        <p:nvPicPr>
          <p:cNvPr id="257" name="Google Shape;25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919537" y="2271712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843837" y="227171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919537" y="4852987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2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848600" y="4852987"/>
            <a:ext cx="447675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2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3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68" name="Google Shape;268;p23"/>
          <p:cNvSpPr txBox="1"/>
          <p:nvPr/>
        </p:nvSpPr>
        <p:spPr>
          <a:xfrm>
            <a:off x="190500" y="3224212"/>
            <a:ext cx="11811000" cy="14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DEMOSTRACIÓN DEL RESULTADO DEL PROYECTO</a:t>
            </a:r>
            <a:endParaRPr/>
          </a:p>
        </p:txBody>
      </p:sp>
      <p:pic>
        <p:nvPicPr>
          <p:cNvPr id="269" name="Google Shape;26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4" name="Google Shape;27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919412"/>
            <a:ext cx="5476875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4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77" name="Google Shape;277;p24"/>
          <p:cNvSpPr txBox="1"/>
          <p:nvPr/>
        </p:nvSpPr>
        <p:spPr>
          <a:xfrm>
            <a:off x="190500" y="215741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Vista Previa del Sitio</a:t>
            </a:r>
            <a:endParaRPr/>
          </a:p>
        </p:txBody>
      </p:sp>
      <p:sp>
        <p:nvSpPr>
          <p:cNvPr id="278" name="Google Shape;278;p24"/>
          <p:cNvSpPr txBox="1"/>
          <p:nvPr/>
        </p:nvSpPr>
        <p:spPr>
          <a:xfrm>
            <a:off x="381000" y="2919412"/>
            <a:ext cx="57507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2A900"/>
                </a:solidFill>
                <a:latin typeface="Poppins"/>
                <a:ea typeface="Poppins"/>
                <a:cs typeface="Poppins"/>
                <a:sym typeface="Poppins"/>
              </a:rPr>
              <a:t>Interfaz de Usuario</a:t>
            </a:r>
            <a:endParaRPr/>
          </a:p>
        </p:txBody>
      </p:sp>
      <p:sp>
        <p:nvSpPr>
          <p:cNvPr id="279" name="Google Shape;279;p24"/>
          <p:cNvSpPr txBox="1"/>
          <p:nvPr/>
        </p:nvSpPr>
        <p:spPr>
          <a:xfrm>
            <a:off x="381000" y="3509962"/>
            <a:ext cx="5476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El diseño se centró en una estética limpia, corporativa y una navegación intuitiva, siguiendo los lineamientos de una plataforma interna moderna.</a:t>
            </a:r>
            <a:endParaRPr/>
          </a:p>
        </p:txBody>
      </p:sp>
      <p:sp>
        <p:nvSpPr>
          <p:cNvPr id="280" name="Google Shape;280;p24"/>
          <p:cNvSpPr txBox="1"/>
          <p:nvPr/>
        </p:nvSpPr>
        <p:spPr>
          <a:xfrm>
            <a:off x="381000" y="4557712"/>
            <a:ext cx="5476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Se buscó una apariencia familiar para los empleados, pero actualizada a los estándares web actuales, asegurando la responsividad en dispositivos móviles.</a:t>
            </a:r>
            <a:endParaRPr/>
          </a:p>
        </p:txBody>
      </p:sp>
      <p:pic>
        <p:nvPicPr>
          <p:cNvPr id="281" name="Google Shape;281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2928937"/>
            <a:ext cx="5457825" cy="283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43650" y="2919400"/>
            <a:ext cx="5476876" cy="29996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8" name="Google Shape;288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5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190500" y="2433637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Resultados Obtenidos</a:t>
            </a:r>
            <a:endParaRPr/>
          </a:p>
        </p:txBody>
      </p:sp>
      <p:pic>
        <p:nvPicPr>
          <p:cNvPr id="291" name="Google Shape;291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3385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5"/>
          <p:cNvSpPr txBox="1"/>
          <p:nvPr/>
        </p:nvSpPr>
        <p:spPr>
          <a:xfrm>
            <a:off x="2266950" y="3290887"/>
            <a:ext cx="3238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Página web funcional y navegable.</a:t>
            </a:r>
            <a:endParaRPr/>
          </a:p>
        </p:txBody>
      </p:sp>
      <p:pic>
        <p:nvPicPr>
          <p:cNvPr id="293" name="Google Shape;293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8909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5"/>
          <p:cNvSpPr txBox="1"/>
          <p:nvPr/>
        </p:nvSpPr>
        <p:spPr>
          <a:xfrm>
            <a:off x="2266950" y="3843337"/>
            <a:ext cx="374332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Diseño moderno y orientado al usuario.</a:t>
            </a:r>
            <a:endParaRPr/>
          </a:p>
        </p:txBody>
      </p:sp>
      <p:pic>
        <p:nvPicPr>
          <p:cNvPr id="295" name="Google Shape;295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4434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25"/>
          <p:cNvSpPr txBox="1"/>
          <p:nvPr/>
        </p:nvSpPr>
        <p:spPr>
          <a:xfrm>
            <a:off x="2266950" y="4395787"/>
            <a:ext cx="39243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Estructura clara, adaptable y mantenible.</a:t>
            </a:r>
            <a:endParaRPr/>
          </a:p>
        </p:txBody>
      </p:sp>
      <p:pic>
        <p:nvPicPr>
          <p:cNvPr id="297" name="Google Shape;29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499586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 txBox="1"/>
          <p:nvPr/>
        </p:nvSpPr>
        <p:spPr>
          <a:xfrm>
            <a:off x="2266950" y="4948237"/>
            <a:ext cx="47625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Cumplimiento de los requerimientos del proyecto.</a:t>
            </a:r>
            <a:endParaRPr/>
          </a:p>
        </p:txBody>
      </p:sp>
      <p:pic>
        <p:nvPicPr>
          <p:cNvPr id="299" name="Google Shape;299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6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06" name="Google Shape;306;p26"/>
          <p:cNvSpPr txBox="1"/>
          <p:nvPr/>
        </p:nvSpPr>
        <p:spPr>
          <a:xfrm>
            <a:off x="190500" y="2709862"/>
            <a:ext cx="11811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Obstáculos Presentados</a:t>
            </a:r>
            <a:endParaRPr/>
          </a:p>
        </p:txBody>
      </p:sp>
      <p:pic>
        <p:nvPicPr>
          <p:cNvPr id="309" name="Google Shape;309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35671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6"/>
          <p:cNvSpPr txBox="1"/>
          <p:nvPr/>
        </p:nvSpPr>
        <p:spPr>
          <a:xfrm>
            <a:off x="2333625" y="3519487"/>
            <a:ext cx="466725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Ajustes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los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requerimientos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durante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la </a:t>
            </a:r>
            <a:r>
              <a:rPr lang="en-US" sz="1650" b="1" i="0" u="none" strike="noStrike" cap="none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marcha</a:t>
            </a:r>
            <a:r>
              <a:rPr lang="en-US" sz="1650" b="1" i="0" u="none" strike="noStrike" cap="none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311" name="Google Shape;311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76412" y="4276724"/>
            <a:ext cx="333375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6"/>
          <p:cNvSpPr txBox="1"/>
          <p:nvPr/>
        </p:nvSpPr>
        <p:spPr>
          <a:xfrm>
            <a:off x="2333625" y="4123599"/>
            <a:ext cx="4086300" cy="6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Falta de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comunicación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con la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empresa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en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650" b="1" dirty="0" err="1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cuestión</a:t>
            </a:r>
            <a:r>
              <a:rPr lang="en-US" sz="1650" b="1" dirty="0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/>
          </a:p>
        </p:txBody>
      </p:sp>
      <p:pic>
        <p:nvPicPr>
          <p:cNvPr id="313" name="Google Shape;313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381000"/>
            <a:ext cx="85725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7"/>
          <p:cNvSpPr txBox="1"/>
          <p:nvPr/>
        </p:nvSpPr>
        <p:spPr>
          <a:xfrm>
            <a:off x="8505825" y="523875"/>
            <a:ext cx="33051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PROYECTO "PÁGINA WEB PEPSICO"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190500" y="3214687"/>
            <a:ext cx="118110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900" b="1" i="0" u="none" strike="noStrike" cap="none">
                <a:solidFill>
                  <a:srgbClr val="333333"/>
                </a:solidFill>
                <a:latin typeface="Poppins"/>
                <a:ea typeface="Poppins"/>
                <a:cs typeface="Poppins"/>
                <a:sym typeface="Poppins"/>
              </a:rPr>
              <a:t>PREGUNTAS DE LA COMISIÓN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81000" y="4052887"/>
            <a:ext cx="11430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475569"/>
                </a:solidFill>
                <a:latin typeface="Lato"/>
                <a:ea typeface="Lato"/>
                <a:cs typeface="Lato"/>
                <a:sym typeface="Lato"/>
              </a:rPr>
              <a:t>Muchas gracias.</a:t>
            </a:r>
            <a:endParaRPr/>
          </a:p>
        </p:txBody>
      </p:sp>
      <p:pic>
        <p:nvPicPr>
          <p:cNvPr id="322" name="Google Shape;32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100" y="49850"/>
            <a:ext cx="1873050" cy="15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980</Words>
  <Application>Microsoft Office PowerPoint</Application>
  <PresentationFormat>Panorámica</PresentationFormat>
  <Paragraphs>159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Lato</vt:lpstr>
      <vt:lpstr>Poppins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NICOLAS . LEON OVANDO</cp:lastModifiedBy>
  <cp:revision>5</cp:revision>
  <dcterms:modified xsi:type="dcterms:W3CDTF">2025-11-24T20:56:17Z</dcterms:modified>
</cp:coreProperties>
</file>